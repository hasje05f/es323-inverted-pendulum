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955" y="-1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A975C-D4F7-53F8-8AEF-982071C3A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D27ADF-D0F3-32E5-4560-151F930FC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EEC75-6701-D76A-C3F8-FCB70310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B40DF-BB5D-E4C8-5FE7-8288BAC8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4D71B-4ABE-21F6-52CD-B4059E34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0881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2605-3DC8-77DC-2674-3162CA6B0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C480-DA61-DE4F-DCF7-F8DA31343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2A445-E237-F71F-A175-9496AAC1B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43474-B0F3-BBFD-2C99-658D53CD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0A1BF-1F26-B319-240B-C8045540D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0844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E0E5-FEA5-99E3-BB04-53C94D2C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92EBF-1E4D-B713-1D0A-5550DD776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7D80E-6BA4-1F26-D922-D6B8A053E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3B22E-6D8C-7ACC-E09D-FF448226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50ECC-792F-F655-93F1-66408246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2814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2F44-95B0-DCBC-9814-C405E255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A32DC-FA56-3408-3143-EA9C80B1A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87CFD-091F-3578-F161-369F8010B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F943-45CF-6C91-BFD3-771D00030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6AFBC-A7CA-8A7C-D075-07145DB1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EE74C-28CF-17F0-2200-4BD0C5D1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95749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BDEB-5F19-0336-047A-47134394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2CA7C-3998-18A8-A57C-C918599AE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235F8-C641-DC69-6689-4DCC560AC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51F6A-424F-0E2E-4BC4-6DCB6AAE7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84A1D-7C2C-6891-103C-5125ADD4E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3095D0-4CDD-57F6-862C-EBE538EB0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5C96A-9AFF-51B8-25ED-AFA5AEB2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35FCDC-2A34-94A0-B42C-23B3191EE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1647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664F-8B9F-E772-0D64-AEB9CA56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3820E-CE59-3185-65D1-735F1D4C4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840FF-4B3A-EC93-F0B0-93F7FEC9B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4DEB9-61C4-FE6B-EDCC-B06B8353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867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6E3E56-06AB-55C4-B93F-5B93DF92A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7782E-5E89-51CD-61D1-4E5D0711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275CB-BAF4-741C-7F9C-613F9879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904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DEF9-CF75-668D-5CF8-9E909BC2D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2F25E-C5F4-CED4-54EF-773ED5DF8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3CCE5-4F32-589B-562F-344D28D1F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507F7-51FD-BF85-F790-BECED4D23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A1EB4-034C-6DB9-B819-C457F2CAE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285AF-48F9-BA99-3704-D2A9A0CD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504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E514-DECE-51A7-CDED-6583E4524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7E8AD6-4036-94C5-2291-9CEB6DDA8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BD86D-1711-8677-E6CE-71B3C776E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5FEF4-22FB-997A-CF11-6A0C281D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17A7C-443D-A594-52AC-07F82E5D7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8D0E7-6AA5-9EF6-F67D-9D4C3E306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102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313A-8B73-99EC-1338-2176DA770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EBAA2-6DA2-18CC-3E77-8981BBFB8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28C9F-8B50-036B-BEEF-2AF20AB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1A04F-F658-54BD-DE6A-B2932B72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6252B-91A1-C8A4-0C27-27BC1BAE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71477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98621A-7E7A-90F7-0A3A-445588FCF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2ACA8-F4E0-F3D5-ABDD-0A1505FC1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9F2D9-4012-0BE6-96D0-E390ADCF5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C5515-EF8D-73DE-3D7D-736F6990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D69D2-83B8-AEE8-D26E-E5DC57B15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2622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44773C-96B2-3101-1BBF-CFDA628A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8C458-0749-90F1-D51F-384970272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60FD3-CBB9-2106-8699-2D3B912C7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DA5F4-DD1C-490C-9A74-5A1F77E344EB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AACB3-E546-E5EA-D03F-7511CF797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A542B-DE15-1018-002E-50F481C4C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D666D-933D-442B-8AD6-8ED8E56BE68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40864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2AA10-3ECC-D4A0-DBE3-A492232A10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5369C-5996-79EC-54E9-BD3591E58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09644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7E5E8A-BCEF-5B77-246A-AF57EC29D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507" y="3271521"/>
            <a:ext cx="9625414" cy="90172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043281-4603-396F-AC87-19F45D7CA0EA}"/>
              </a:ext>
            </a:extLst>
          </p:cNvPr>
          <p:cNvSpPr/>
          <p:nvPr/>
        </p:nvSpPr>
        <p:spPr>
          <a:xfrm>
            <a:off x="7934959" y="3342342"/>
            <a:ext cx="1680374" cy="90424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2AD5AE-5680-4A5E-C122-434D36DC8F91}"/>
              </a:ext>
            </a:extLst>
          </p:cNvPr>
          <p:cNvSpPr/>
          <p:nvPr/>
        </p:nvSpPr>
        <p:spPr>
          <a:xfrm>
            <a:off x="4681728" y="3435994"/>
            <a:ext cx="1085088" cy="64707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A18B528-D48E-04C4-DC80-E301E014D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309" y="2001166"/>
            <a:ext cx="9092179" cy="1190988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A8445D1-5AE0-5D91-DF72-AB1C483EAA6C}"/>
              </a:ext>
            </a:extLst>
          </p:cNvPr>
          <p:cNvSpPr/>
          <p:nvPr/>
        </p:nvSpPr>
        <p:spPr>
          <a:xfrm>
            <a:off x="2794000" y="3428402"/>
            <a:ext cx="1034288" cy="64707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30BD60-7D90-958F-651C-94B8C0FFA586}"/>
              </a:ext>
            </a:extLst>
          </p:cNvPr>
          <p:cNvSpPr/>
          <p:nvPr/>
        </p:nvSpPr>
        <p:spPr>
          <a:xfrm>
            <a:off x="6982460" y="2210164"/>
            <a:ext cx="1742440" cy="1002015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0829E0-0A77-FA77-8D01-614A585468BD}"/>
              </a:ext>
            </a:extLst>
          </p:cNvPr>
          <p:cNvSpPr/>
          <p:nvPr/>
        </p:nvSpPr>
        <p:spPr>
          <a:xfrm>
            <a:off x="4206240" y="2328672"/>
            <a:ext cx="2627376" cy="8221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8AD78CF-8782-4367-FE95-0C96FC0BE119}"/>
              </a:ext>
            </a:extLst>
          </p:cNvPr>
          <p:cNvSpPr/>
          <p:nvPr/>
        </p:nvSpPr>
        <p:spPr>
          <a:xfrm>
            <a:off x="5766815" y="3367746"/>
            <a:ext cx="2200657" cy="8221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67BC2FE-9AE8-433B-FF34-7D239438D2E2}"/>
              </a:ext>
            </a:extLst>
          </p:cNvPr>
          <p:cNvSpPr/>
          <p:nvPr/>
        </p:nvSpPr>
        <p:spPr>
          <a:xfrm>
            <a:off x="1932432" y="2246552"/>
            <a:ext cx="2273808" cy="90424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0EA7D0-7511-3844-2A75-4690FD10990E}"/>
              </a:ext>
            </a:extLst>
          </p:cNvPr>
          <p:cNvSpPr/>
          <p:nvPr/>
        </p:nvSpPr>
        <p:spPr>
          <a:xfrm>
            <a:off x="8832350" y="2282535"/>
            <a:ext cx="1427217" cy="90424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00AA7A4-4592-730D-B64D-F99D9F2A4A39}"/>
              </a:ext>
            </a:extLst>
          </p:cNvPr>
          <p:cNvSpPr/>
          <p:nvPr/>
        </p:nvSpPr>
        <p:spPr>
          <a:xfrm>
            <a:off x="3828288" y="3435993"/>
            <a:ext cx="864706" cy="647073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BC698CE-D37D-EEC2-3934-22C1B66802F5}"/>
              </a:ext>
            </a:extLst>
          </p:cNvPr>
          <p:cNvSpPr/>
          <p:nvPr/>
        </p:nvSpPr>
        <p:spPr>
          <a:xfrm>
            <a:off x="2102102" y="3428401"/>
            <a:ext cx="349508" cy="647073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C0BE872-C385-93BB-C087-672F732081CF}"/>
              </a:ext>
            </a:extLst>
          </p:cNvPr>
          <p:cNvSpPr/>
          <p:nvPr/>
        </p:nvSpPr>
        <p:spPr>
          <a:xfrm>
            <a:off x="2451610" y="3566816"/>
            <a:ext cx="366269" cy="43688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145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3F906-C927-B8ED-69F4-A8B4D2EA5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DC08A3-C194-EB27-1F40-08173F51F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484" y="1300481"/>
            <a:ext cx="8440490" cy="1460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80B0AB-6FA0-A15C-A497-AF0C90F2A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114" y="3271520"/>
            <a:ext cx="9447771" cy="131829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74C55B-F250-3E07-F61A-EABD9E99108F}"/>
              </a:ext>
            </a:extLst>
          </p:cNvPr>
          <p:cNvSpPr/>
          <p:nvPr/>
        </p:nvSpPr>
        <p:spPr>
          <a:xfrm>
            <a:off x="3403600" y="3545840"/>
            <a:ext cx="1148080" cy="90424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1C2825-DF71-92EF-F62D-8BD550DE8F4F}"/>
              </a:ext>
            </a:extLst>
          </p:cNvPr>
          <p:cNvSpPr/>
          <p:nvPr/>
        </p:nvSpPr>
        <p:spPr>
          <a:xfrm>
            <a:off x="8006080" y="1757680"/>
            <a:ext cx="1148080" cy="90424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B85298-2DB5-21A2-6DB6-42CDCE79AE45}"/>
              </a:ext>
            </a:extLst>
          </p:cNvPr>
          <p:cNvSpPr/>
          <p:nvPr/>
        </p:nvSpPr>
        <p:spPr>
          <a:xfrm>
            <a:off x="5882640" y="1757680"/>
            <a:ext cx="1971040" cy="90424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B2D8FB-8A79-271B-7CCB-66883C96DE26}"/>
              </a:ext>
            </a:extLst>
          </p:cNvPr>
          <p:cNvSpPr/>
          <p:nvPr/>
        </p:nvSpPr>
        <p:spPr>
          <a:xfrm>
            <a:off x="8229600" y="3545840"/>
            <a:ext cx="1680374" cy="79756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25C115-8310-EE22-A8CD-1D6BC5B73A5A}"/>
              </a:ext>
            </a:extLst>
          </p:cNvPr>
          <p:cNvSpPr/>
          <p:nvPr/>
        </p:nvSpPr>
        <p:spPr>
          <a:xfrm>
            <a:off x="3403600" y="1659904"/>
            <a:ext cx="2479040" cy="10020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FB04F3-57F7-F2A6-740B-9DAE03937F51}"/>
              </a:ext>
            </a:extLst>
          </p:cNvPr>
          <p:cNvSpPr/>
          <p:nvPr/>
        </p:nvSpPr>
        <p:spPr>
          <a:xfrm>
            <a:off x="5994400" y="3496952"/>
            <a:ext cx="2235200" cy="10020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36295A-2F46-4C91-8C64-993201DC865D}"/>
              </a:ext>
            </a:extLst>
          </p:cNvPr>
          <p:cNvSpPr/>
          <p:nvPr/>
        </p:nvSpPr>
        <p:spPr>
          <a:xfrm>
            <a:off x="1584960" y="1659903"/>
            <a:ext cx="1742440" cy="1002015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427280-AE2F-7257-BC38-4192E00597E2}"/>
              </a:ext>
            </a:extLst>
          </p:cNvPr>
          <p:cNvSpPr/>
          <p:nvPr/>
        </p:nvSpPr>
        <p:spPr>
          <a:xfrm>
            <a:off x="4551680" y="3545840"/>
            <a:ext cx="1442720" cy="1002015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3CAB741-DF42-D928-82B6-EC820FC8CB06}"/>
              </a:ext>
            </a:extLst>
          </p:cNvPr>
          <p:cNvSpPr/>
          <p:nvPr/>
        </p:nvSpPr>
        <p:spPr>
          <a:xfrm>
            <a:off x="2062480" y="3769360"/>
            <a:ext cx="1341120" cy="436880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0232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Flament Hannes</dc:creator>
  <cp:lastModifiedBy>Flament Hannes</cp:lastModifiedBy>
  <cp:revision>1</cp:revision>
  <dcterms:created xsi:type="dcterms:W3CDTF">2026-03-13T21:13:05Z</dcterms:created>
  <dcterms:modified xsi:type="dcterms:W3CDTF">2026-03-13T22:31:31Z</dcterms:modified>
</cp:coreProperties>
</file>